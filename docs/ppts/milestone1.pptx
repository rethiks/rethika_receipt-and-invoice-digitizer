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FB91C-1FAE-B739-DAC1-1D51DE3802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7140" y="1790460"/>
            <a:ext cx="8361229" cy="3277080"/>
          </a:xfrm>
        </p:spPr>
        <p:txBody>
          <a:bodyPr/>
          <a:lstStyle/>
          <a:p>
            <a:r>
              <a:rPr lang="en-IN" dirty="0"/>
              <a:t>Receipt &amp; Invoice Digitizer Dashboard</a:t>
            </a:r>
          </a:p>
        </p:txBody>
      </p:sp>
    </p:spTree>
    <p:extLst>
      <p:ext uri="{BB962C8B-B14F-4D97-AF65-F5344CB8AC3E}">
        <p14:creationId xmlns:p14="http://schemas.microsoft.com/office/powerpoint/2010/main" val="1050381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3B342-4FB6-9418-5866-4A43D4BF8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391265"/>
            <a:ext cx="4014019" cy="5186516"/>
          </a:xfrm>
        </p:spPr>
        <p:txBody>
          <a:bodyPr>
            <a:normAutofit/>
          </a:bodyPr>
          <a:lstStyle/>
          <a:p>
            <a:r>
              <a:rPr lang="en-IN" b="1" dirty="0"/>
              <a:t>Full-Stack Web Application (React + Node.js + Express)</a:t>
            </a:r>
            <a:endParaRPr lang="en-IN" dirty="0"/>
          </a:p>
          <a:p>
            <a:r>
              <a:rPr lang="en-IN" dirty="0"/>
              <a:t>Drag &amp; Drop File Upload</a:t>
            </a:r>
          </a:p>
          <a:p>
            <a:r>
              <a:rPr lang="en-IN" dirty="0"/>
              <a:t>OCR Simulation</a:t>
            </a:r>
          </a:p>
          <a:p>
            <a:r>
              <a:rPr lang="en-IN" dirty="0"/>
              <a:t>File Management Dashboard</a:t>
            </a:r>
          </a:p>
          <a:p>
            <a:r>
              <a:rPr lang="en-IN" dirty="0"/>
              <a:t>Export &amp; Analytics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3F540B-B14E-5068-EE1A-ED2DC2431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682" y="1256070"/>
            <a:ext cx="5671916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263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325F3-A87D-8B9C-2FDC-47A46C7D7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426" y="1224116"/>
            <a:ext cx="9601200" cy="3581400"/>
          </a:xfrm>
        </p:spPr>
        <p:txBody>
          <a:bodyPr/>
          <a:lstStyle/>
          <a:p>
            <a:r>
              <a:rPr lang="en-IN" b="1" dirty="0"/>
              <a:t>Full-Stack Architecture</a:t>
            </a:r>
          </a:p>
          <a:p>
            <a:r>
              <a:rPr lang="en-IN" b="1" dirty="0"/>
              <a:t>Frontend (Port 3000)</a:t>
            </a:r>
            <a:br>
              <a:rPr lang="en-IN" dirty="0"/>
            </a:br>
            <a:r>
              <a:rPr lang="en-IN" dirty="0"/>
              <a:t>		⬇ HTTP Requests</a:t>
            </a:r>
            <a:br>
              <a:rPr lang="en-IN" dirty="0"/>
            </a:br>
            <a:r>
              <a:rPr lang="en-IN" b="1" dirty="0"/>
              <a:t>Backend (Port 5000)</a:t>
            </a:r>
            <a:br>
              <a:rPr lang="en-IN" dirty="0"/>
            </a:br>
            <a:r>
              <a:rPr lang="en-IN" dirty="0"/>
              <a:t>		⬇</a:t>
            </a:r>
            <a:br>
              <a:rPr lang="en-IN" dirty="0"/>
            </a:br>
            <a:r>
              <a:rPr lang="en-IN" b="1" dirty="0"/>
              <a:t>File System (uploads/ folder)</a:t>
            </a:r>
            <a:endParaRPr lang="en-IN" dirty="0"/>
          </a:p>
          <a:p>
            <a:r>
              <a:rPr lang="en-IN" dirty="0"/>
              <a:t>React handles UI</a:t>
            </a:r>
          </a:p>
          <a:p>
            <a:r>
              <a:rPr lang="en-IN" dirty="0"/>
              <a:t>Express handles APIs</a:t>
            </a:r>
          </a:p>
          <a:p>
            <a:r>
              <a:rPr lang="en-IN" dirty="0"/>
              <a:t>Files stored locally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0F9BB7-2479-A5F0-B44F-706F3FBB95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73" r="4381"/>
          <a:stretch>
            <a:fillRect/>
          </a:stretch>
        </p:blipFill>
        <p:spPr>
          <a:xfrm>
            <a:off x="6548283" y="1398075"/>
            <a:ext cx="5211097" cy="299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535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1C4E7-FDFE-44F1-FBB5-4943A6673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248697"/>
            <a:ext cx="9601200" cy="461870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Frontend Technologies</a:t>
            </a:r>
          </a:p>
          <a:p>
            <a:r>
              <a:rPr lang="en-IN" dirty="0"/>
              <a:t>React 18</a:t>
            </a:r>
          </a:p>
          <a:p>
            <a:r>
              <a:rPr lang="en-IN" dirty="0"/>
              <a:t>React Router DOM</a:t>
            </a:r>
          </a:p>
          <a:p>
            <a:r>
              <a:rPr lang="en-IN" dirty="0"/>
              <a:t>Vite (Build Tool)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b="1" dirty="0"/>
              <a:t>Responsibilities:</a:t>
            </a:r>
          </a:p>
          <a:p>
            <a:r>
              <a:rPr lang="en-US" dirty="0"/>
              <a:t>User interface</a:t>
            </a:r>
          </a:p>
          <a:p>
            <a:r>
              <a:rPr lang="en-US" dirty="0"/>
              <a:t>Drag &amp; Drop</a:t>
            </a:r>
          </a:p>
          <a:p>
            <a:r>
              <a:rPr lang="en-US" dirty="0"/>
              <a:t>Search &amp; Filter</a:t>
            </a:r>
          </a:p>
          <a:p>
            <a:r>
              <a:rPr lang="en-US" dirty="0"/>
              <a:t>File Preview</a:t>
            </a:r>
          </a:p>
          <a:p>
            <a:r>
              <a:rPr lang="en-US" dirty="0"/>
              <a:t>Export feature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9638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F7C83-738D-62CB-D26F-723A4929E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071716"/>
            <a:ext cx="9601200" cy="479568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Frontend Core Features</a:t>
            </a:r>
          </a:p>
          <a:p>
            <a:pPr marL="0" indent="0">
              <a:buNone/>
            </a:pPr>
            <a:r>
              <a:rPr lang="en-IN" b="1" dirty="0"/>
              <a:t>1. Drag &amp; Drop Upload</a:t>
            </a:r>
          </a:p>
          <a:p>
            <a:r>
              <a:rPr lang="en-IN" dirty="0"/>
              <a:t>HTML5 Drag &amp; Drop API</a:t>
            </a:r>
          </a:p>
          <a:p>
            <a:r>
              <a:rPr lang="en-IN" dirty="0"/>
              <a:t>React useState</a:t>
            </a:r>
          </a:p>
          <a:p>
            <a:pPr marL="0" indent="0">
              <a:buNone/>
            </a:pPr>
            <a:r>
              <a:rPr lang="en-IN" b="1" dirty="0"/>
              <a:t>2. File Preview</a:t>
            </a:r>
          </a:p>
          <a:p>
            <a:r>
              <a:rPr lang="en-IN" dirty="0"/>
              <a:t>Image tag for images</a:t>
            </a:r>
          </a:p>
          <a:p>
            <a:r>
              <a:rPr lang="en-IN" dirty="0"/>
              <a:t>iframe for PDFs</a:t>
            </a:r>
          </a:p>
          <a:p>
            <a:pPr marL="0" indent="0">
              <a:buNone/>
            </a:pPr>
            <a:r>
              <a:rPr lang="en-IN" b="1" dirty="0"/>
              <a:t>3. Search &amp; Filter</a:t>
            </a:r>
          </a:p>
          <a:p>
            <a:r>
              <a:rPr lang="en-IN" dirty="0"/>
              <a:t>Real-time filtering using JavaScript</a:t>
            </a:r>
          </a:p>
          <a:p>
            <a:r>
              <a:rPr lang="en-IN" dirty="0"/>
              <a:t>Controlled input fields</a:t>
            </a:r>
          </a:p>
          <a:p>
            <a:pPr marL="0" indent="0">
              <a:buNone/>
            </a:pPr>
            <a:r>
              <a:rPr lang="en-IN" b="1" dirty="0"/>
              <a:t>4. Statistics Dashboard</a:t>
            </a:r>
          </a:p>
          <a:p>
            <a:r>
              <a:rPr lang="en-IN" dirty="0"/>
              <a:t>Array filter &amp; reduce methods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5D8FF7-A002-5782-34F6-82B18CA3A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516" y="1854674"/>
            <a:ext cx="5622474" cy="322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013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569BF-35DA-4305-2631-BAE122DC2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786581"/>
            <a:ext cx="9601200" cy="50808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Frontend State &amp; API Communication</a:t>
            </a:r>
          </a:p>
          <a:p>
            <a:r>
              <a:rPr lang="en-IN" b="1" dirty="0"/>
              <a:t>React Hooks Used</a:t>
            </a:r>
          </a:p>
          <a:p>
            <a:r>
              <a:rPr lang="en-IN" dirty="0"/>
              <a:t>useState – Manage UI data</a:t>
            </a:r>
          </a:p>
          <a:p>
            <a:r>
              <a:rPr lang="en-IN" dirty="0"/>
              <a:t>useEffect – Load data on mount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API Communication</a:t>
            </a:r>
          </a:p>
          <a:p>
            <a:r>
              <a:rPr lang="en-IN" dirty="0"/>
              <a:t>Fetch API</a:t>
            </a:r>
          </a:p>
          <a:p>
            <a:r>
              <a:rPr lang="en-IN" dirty="0"/>
              <a:t>GET, POST, DELETE requests</a:t>
            </a:r>
          </a:p>
          <a:p>
            <a:r>
              <a:rPr lang="en-IN" dirty="0"/>
              <a:t>FormData for file upload</a:t>
            </a:r>
          </a:p>
          <a:p>
            <a:r>
              <a:rPr lang="en-IN" dirty="0"/>
              <a:t>Blob API for export</a:t>
            </a:r>
          </a:p>
          <a:p>
            <a:r>
              <a:rPr lang="en-IN" dirty="0"/>
              <a:t>Frontend updates UI automatically when state changes.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752E92-7A20-CFA7-73CA-E5D51AA26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2627" y="1792949"/>
            <a:ext cx="5457425" cy="306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222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FE9C0-288D-BC72-6087-24B861E20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37187"/>
            <a:ext cx="9601200" cy="45302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Backend Technologies</a:t>
            </a:r>
          </a:p>
          <a:p>
            <a:r>
              <a:rPr lang="en-IN" dirty="0"/>
              <a:t>Node.js</a:t>
            </a:r>
          </a:p>
          <a:p>
            <a:r>
              <a:rPr lang="en-IN" dirty="0"/>
              <a:t>Express.js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Responsibilities:</a:t>
            </a:r>
          </a:p>
          <a:p>
            <a:r>
              <a:rPr lang="en-IN" dirty="0"/>
              <a:t>File upload handling</a:t>
            </a:r>
          </a:p>
          <a:p>
            <a:r>
              <a:rPr lang="en-IN" dirty="0"/>
              <a:t>Metadata generation</a:t>
            </a:r>
          </a:p>
          <a:p>
            <a:r>
              <a:rPr lang="en-IN" dirty="0"/>
              <a:t>Data extraction (OCR simulation)</a:t>
            </a:r>
          </a:p>
          <a:p>
            <a:r>
              <a:rPr lang="en-IN" dirty="0"/>
              <a:t>File deletion</a:t>
            </a:r>
          </a:p>
          <a:p>
            <a:r>
              <a:rPr lang="en-IN" dirty="0"/>
              <a:t>Export API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3492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B9F48-EB6C-3E18-BC9B-9EE859FDB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6903" y="1037303"/>
            <a:ext cx="9601200" cy="358140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Improvements</a:t>
            </a:r>
          </a:p>
          <a:p>
            <a:r>
              <a:rPr lang="en-IN" dirty="0"/>
              <a:t>MongoDB for persistent storage</a:t>
            </a:r>
          </a:p>
          <a:p>
            <a:r>
              <a:rPr lang="en-IN" dirty="0"/>
              <a:t>Real OCR (Tesseract / Cloud APIs)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004F15-9712-BEA1-747F-E83BB63F89BB}"/>
              </a:ext>
            </a:extLst>
          </p:cNvPr>
          <p:cNvSpPr txBox="1"/>
          <p:nvPr/>
        </p:nvSpPr>
        <p:spPr>
          <a:xfrm>
            <a:off x="7629834" y="5198807"/>
            <a:ext cx="30086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0574448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{4EA901BB-A6A2-4F17-8860-5FBC0DDD3E57}TFc3084226-2d0c-440f-9f46-6b48c7a7f670e6ba4a85-fc4a2881d6b3</Template>
  <TotalTime>15</TotalTime>
  <Words>229</Words>
  <Application>Microsoft Office PowerPoint</Application>
  <PresentationFormat>Widescreen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Franklin Gothic Book</vt:lpstr>
      <vt:lpstr>Crop</vt:lpstr>
      <vt:lpstr>Receipt &amp; Invoice Digitizer 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kodali hemanjali</dc:creator>
  <cp:lastModifiedBy>kodali hemanjali</cp:lastModifiedBy>
  <cp:revision>4</cp:revision>
  <dcterms:created xsi:type="dcterms:W3CDTF">2026-02-12T14:00:16Z</dcterms:created>
  <dcterms:modified xsi:type="dcterms:W3CDTF">2026-02-13T12:52:28Z</dcterms:modified>
</cp:coreProperties>
</file>