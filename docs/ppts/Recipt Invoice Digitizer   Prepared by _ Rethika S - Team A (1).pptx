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e98defd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e98defd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e98defd1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be98defd1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e98defd1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be98defd1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e98defd1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be98defd1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e98defd1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e98defd1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e98defd1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be98defd1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e98defd19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e98defd19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e98defd1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be98defd1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e98defd19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be98defd19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e98defd19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e98defd19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e98defd19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e98defd19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e98defd19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e98defd19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e98defd19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e98defd1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Recipt Invoice Digitizer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Prepared by : Rethika S - Team A</a:t>
            </a:r>
            <a:endParaRPr sz="2800"/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6" name="Google Shape;36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7" name="Google Shape;367;p47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space for legal copy. State whether the information is confidential and how it's intended to be used.</a:t>
            </a:r>
            <a:endParaRPr/>
          </a:p>
        </p:txBody>
      </p:sp>
      <p:cxnSp>
        <p:nvCxnSpPr>
          <p:cNvPr id="368" name="Google Shape;368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8"/>
          <p:cNvSpPr/>
          <p:nvPr/>
        </p:nvSpPr>
        <p:spPr>
          <a:xfrm>
            <a:off x="283884" y="167406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4" name="Google Shape;374;p48"/>
          <p:cNvCxnSpPr/>
          <p:nvPr/>
        </p:nvCxnSpPr>
        <p:spPr>
          <a:xfrm>
            <a:off x="283850" y="2337356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48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48"/>
          <p:cNvCxnSpPr/>
          <p:nvPr/>
        </p:nvCxnSpPr>
        <p:spPr>
          <a:xfrm>
            <a:off x="283850" y="390089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8"/>
          <p:cNvCxnSpPr/>
          <p:nvPr/>
        </p:nvCxnSpPr>
        <p:spPr>
          <a:xfrm>
            <a:off x="283850" y="3119127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8"/>
          <p:cNvSpPr/>
          <p:nvPr/>
        </p:nvSpPr>
        <p:spPr>
          <a:xfrm>
            <a:off x="283884" y="24558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283884" y="323761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48"/>
          <p:cNvSpPr/>
          <p:nvPr/>
        </p:nvSpPr>
        <p:spPr>
          <a:xfrm>
            <a:off x="283884" y="401937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48"/>
          <p:cNvSpPr txBox="1"/>
          <p:nvPr>
            <p:ph type="title"/>
          </p:nvPr>
        </p:nvSpPr>
        <p:spPr>
          <a:xfrm>
            <a:off x="283850" y="285900"/>
            <a:ext cx="42276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82" name="Google Shape;382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84" name="Google Shape;384;p4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85" name="Google Shape;385;p48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this?</a:t>
            </a:r>
            <a:endParaRPr/>
          </a:p>
        </p:txBody>
      </p:sp>
      <p:sp>
        <p:nvSpPr>
          <p:cNvPr id="386" name="Google Shape;386;p48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387" name="Google Shape;387;p48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</a:t>
            </a:r>
            <a:endParaRPr/>
          </a:p>
        </p:txBody>
      </p:sp>
      <p:sp>
        <p:nvSpPr>
          <p:cNvPr id="388" name="Google Shape;388;p48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389" name="Google Shape;389;p48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contribution</a:t>
            </a:r>
            <a:endParaRPr/>
          </a:p>
        </p:txBody>
      </p:sp>
      <p:sp>
        <p:nvSpPr>
          <p:cNvPr id="390" name="Google Shape;390;p48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sp>
        <p:nvSpPr>
          <p:cNvPr id="391" name="Google Shape;391;p48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Sumamry</a:t>
            </a:r>
            <a:endParaRPr/>
          </a:p>
        </p:txBody>
      </p:sp>
      <p:sp>
        <p:nvSpPr>
          <p:cNvPr id="392" name="Google Shape;392;p48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00</a:t>
            </a:r>
            <a:endParaRPr/>
          </a:p>
        </p:txBody>
      </p:sp>
      <p:cxnSp>
        <p:nvCxnSpPr>
          <p:cNvPr id="393" name="Google Shape;393;p4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49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49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01" name="Google Shape;401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4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03" name="Google Shape;403;p4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35775" y="2027438"/>
            <a:ext cx="8321100" cy="237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A web-based application that allows users to upload receipts and invoices.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The system extracts and stores receipt information digitally.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Includes secure user authentication.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Designed to simplify expense tracking and document management.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Built using Python and Flask (Backend).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p49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6" name="Google Shape;406;p49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9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9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50"/>
          <p:cNvSpPr txBox="1"/>
          <p:nvPr>
            <p:ph type="title"/>
          </p:nvPr>
        </p:nvSpPr>
        <p:spPr>
          <a:xfrm>
            <a:off x="283850" y="285900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416" name="Google Shape;416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17" name="Google Shape;417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18" name="Google Shape;418;p50"/>
          <p:cNvSpPr txBox="1"/>
          <p:nvPr>
            <p:ph idx="1" type="body"/>
          </p:nvPr>
        </p:nvSpPr>
        <p:spPr>
          <a:xfrm>
            <a:off x="24574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liminates manual entry of receipt details.</a:t>
            </a:r>
            <a:endParaRPr/>
          </a:p>
        </p:txBody>
      </p:sp>
      <p:sp>
        <p:nvSpPr>
          <p:cNvPr id="419" name="Google Shape;419;p5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Prevents loss of physical bills.</a:t>
            </a:r>
            <a:endParaRPr/>
          </a:p>
        </p:txBody>
      </p:sp>
      <p:sp>
        <p:nvSpPr>
          <p:cNvPr id="420" name="Google Shape;420;p5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for individuals, freelancers, and businesses.</a:t>
            </a:r>
            <a:endParaRPr/>
          </a:p>
        </p:txBody>
      </p:sp>
      <p:sp>
        <p:nvSpPr>
          <p:cNvPr id="421" name="Google Shape;421;p50"/>
          <p:cNvSpPr/>
          <p:nvPr/>
        </p:nvSpPr>
        <p:spPr>
          <a:xfrm>
            <a:off x="2456701" y="310082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50"/>
          <p:cNvSpPr/>
          <p:nvPr/>
        </p:nvSpPr>
        <p:spPr>
          <a:xfrm>
            <a:off x="4655042" y="3100836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50"/>
          <p:cNvSpPr/>
          <p:nvPr/>
        </p:nvSpPr>
        <p:spPr>
          <a:xfrm>
            <a:off x="6801409" y="3100825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4" name="Google Shape;424;p50"/>
          <p:cNvCxnSpPr/>
          <p:nvPr/>
        </p:nvCxnSpPr>
        <p:spPr>
          <a:xfrm>
            <a:off x="283850" y="2910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50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51"/>
          <p:cNvSpPr txBox="1"/>
          <p:nvPr>
            <p:ph type="title"/>
          </p:nvPr>
        </p:nvSpPr>
        <p:spPr>
          <a:xfrm>
            <a:off x="284850" y="285900"/>
            <a:ext cx="7256400" cy="57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Contribution: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Developed bcakend using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Python Flask framework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Uses JWT authentication for secure access.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Supports file upload functionality.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Technologies Used: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Python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Flask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JWT Authentication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Git &amp; GitHub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2" name="Google Shape;432;p5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33" name="Google Shape;433;p5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52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Code</a:t>
            </a:r>
            <a:endParaRPr/>
          </a:p>
        </p:txBody>
      </p:sp>
      <p:sp>
        <p:nvSpPr>
          <p:cNvPr id="440" name="Google Shape;440;p5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1" name="Google Shape;441;p5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442" name="Google Shape;44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800" y="756900"/>
            <a:ext cx="6169825" cy="385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3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</a:t>
            </a:r>
            <a:endParaRPr/>
          </a:p>
        </p:txBody>
      </p:sp>
      <p:sp>
        <p:nvSpPr>
          <p:cNvPr id="449" name="Google Shape;449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50" name="Google Shape;450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451" name="Google Shape;4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9300"/>
            <a:ext cx="8839202" cy="2200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54"/>
          <p:cNvSpPr txBox="1"/>
          <p:nvPr>
            <p:ph type="title"/>
          </p:nvPr>
        </p:nvSpPr>
        <p:spPr>
          <a:xfrm>
            <a:off x="284850" y="285900"/>
            <a:ext cx="6423900" cy="51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import os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import sqlite3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from flask import Flask, request, jsonify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from flask_jwt_extended import 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JWTManager, create_access_token,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jwt_required, get_jwt_identity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from flask_bcrypt import Bcrypt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app = Flask(__name__)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app.config["JWT_SECRET_KEY"] = "super-secret-key"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app.config["UPLOAD_FOLDER"] = "uploads"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jwt = JWTManager(app)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bcrypt = Bcrypt(app)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os.makedirs("uploads", exist_ok=True)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# -------- DATABASE --------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def init_db():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conn = sqlite3.connect("database.db")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cursor = conn.cursor()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cursor.execute("""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    CREATE TABLE IF NOT EXISTS users 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        id INTEGER PRIMARY KEY AUTOINCREMENT,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        username TEXT UNIQUE,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        password TEXT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        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400"/>
          </a:p>
        </p:txBody>
      </p:sp>
      <p:sp>
        <p:nvSpPr>
          <p:cNvPr id="458" name="Google Shape;458;p5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59" name="Google Shape;459;p5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55"/>
          <p:cNvSpPr txBox="1"/>
          <p:nvPr>
            <p:ph type="title"/>
          </p:nvPr>
        </p:nvSpPr>
        <p:spPr>
          <a:xfrm>
            <a:off x="284850" y="285900"/>
            <a:ext cx="6423900" cy="50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</a:t>
            </a:r>
            <a:r>
              <a:rPr lang="en" sz="1200"/>
              <a:t>""")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cursor.execute("""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CREATE TABLE IF NOT EXISTS receipts 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id INTEGER PRIMARY KEY AUTOINCREMENT,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user_id INTEGER,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filename TEXT,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FOREIGN KEY(user_id) REFERENCES users(id)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""")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conn.commit()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conn.close()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init_db()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# -------- AUTH --------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@app.route("/register", methods=["POST"])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def register():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data = request.json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username = data["username"]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password = data["password"]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hashed_pw = bcrypt.generate_password_hash(password).decode("utf-8")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 = sqlite3.connect("database.db")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 = conn.cursor()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400"/>
          </a:p>
        </p:txBody>
      </p:sp>
      <p:sp>
        <p:nvSpPr>
          <p:cNvPr id="466" name="Google Shape;466;p5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67" name="Google Shape;467;p5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56"/>
          <p:cNvSpPr txBox="1"/>
          <p:nvPr>
            <p:ph type="title"/>
          </p:nvPr>
        </p:nvSpPr>
        <p:spPr>
          <a:xfrm>
            <a:off x="284850" y="285900"/>
            <a:ext cx="6423900" cy="50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</a:t>
            </a:r>
            <a:r>
              <a:rPr lang="en" sz="1200"/>
              <a:t>try: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cursor.execute(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"INSERT INTO users (username, password) VALUES (?, ?)",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(username, hashed_pw)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conn.commit()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except: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return jsonify({"error": "Username already exists"}), 400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finally: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conn.close()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return jsonify({"message": "User registered successfully"})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@app.route("/login", methods=["POST"])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def login():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data = request.json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username = data["username"]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password = data["password"]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 = sqlite3.connect("database.db")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 = conn.cursor()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cursor.execute("SELECT id, password FROM users WHERE username = ?", (username,))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user = cursor.fetchone()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conn.close()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if user and bcrypt.check_password_hash(user[1], password):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access_token = create_access_token(identity=user[0])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</a:t>
            </a:r>
            <a:endParaRPr sz="1400"/>
          </a:p>
        </p:txBody>
      </p:sp>
      <p:sp>
        <p:nvSpPr>
          <p:cNvPr id="474" name="Google Shape;474;p5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75" name="Google Shape;475;p5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57"/>
          <p:cNvSpPr txBox="1"/>
          <p:nvPr>
            <p:ph type="title"/>
          </p:nvPr>
        </p:nvSpPr>
        <p:spPr>
          <a:xfrm>
            <a:off x="284850" y="285900"/>
            <a:ext cx="6423900" cy="56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</a:t>
            </a:r>
            <a:r>
              <a:rPr lang="en" sz="1200"/>
              <a:t> return jsonify({"access_token": access_token})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return jsonify({"error": "Invalid credentials"}), 401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# -------- UPLOAD --------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@app.route("/upload", methods=["POST"])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@jwt_required()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def upload_receipt():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current_user = get_jwt_identity()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if 'file' not in request.files: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return jsonify({"error": "No file uploaded"}), 400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file = request.files["file"]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filepath = os.path.join(app.config["UPLOAD_FOLDER"], file.filename)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file.save(filepath)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 = sqlite3.connect("database.db")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 = conn.cursor()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cursor.execute("""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INSERT INTO receipts (user_id, filename)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VALUES (?, ?)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""", (current_user, file.filename))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conn.commit()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conn.close()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return jsonify({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"message": "File uploaded successfully",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2" name="Google Shape;482;p5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83" name="Google Shape;483;p5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58"/>
          <p:cNvSpPr txBox="1"/>
          <p:nvPr>
            <p:ph type="title"/>
          </p:nvPr>
        </p:nvSpPr>
        <p:spPr>
          <a:xfrm>
            <a:off x="284850" y="285900"/>
            <a:ext cx="6423900" cy="4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</a:t>
            </a:r>
            <a:r>
              <a:rPr lang="en" sz="1200"/>
              <a:t>"filename": file.filename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})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@app.route("/my-receipts", methods=["GET"])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@jwt_required()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def my_receipts():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current_user = get_jwt_identity()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 = sqlite3.connect("database.db")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 = conn.cursor()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cursor.execute("SELECT filename FROM receipts WHERE user_id = ?", (current_user,))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receipts = cursor.fetchall()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conn.close()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return jsonify(receipts)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if __name__ == "__main__":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app.run(debug=True)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0" name="Google Shape;490;p5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91" name="Google Shape;491;p5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6" name="Google Shape;496;p59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59"/>
          <p:cNvCxnSpPr/>
          <p:nvPr/>
        </p:nvCxnSpPr>
        <p:spPr>
          <a:xfrm>
            <a:off x="283850" y="21780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59"/>
          <p:cNvSpPr txBox="1"/>
          <p:nvPr/>
        </p:nvSpPr>
        <p:spPr>
          <a:xfrm>
            <a:off x="509025" y="2483875"/>
            <a:ext cx="83478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Receipt &amp; Invoice Digitizer automates receipt management.</a:t>
            </a:r>
            <a:b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Ensures secure user authentication and data storage.</a:t>
            </a:r>
            <a:b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Demonstrates backend development concepts.</a:t>
            </a:r>
            <a:b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Scalable system — OCR and frontend can be integrated.</a:t>
            </a:r>
            <a:b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Practical real-world application with future expansion potential.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9" name="Google Shape;499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5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01" name="Google Shape;501;p5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02" name="Google Shape;502;p59"/>
          <p:cNvSpPr txBox="1"/>
          <p:nvPr>
            <p:ph idx="4" type="title"/>
          </p:nvPr>
        </p:nvSpPr>
        <p:spPr>
          <a:xfrm>
            <a:off x="283850" y="285900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